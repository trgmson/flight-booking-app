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33" autoAdjust="0"/>
  </p:normalViewPr>
  <p:slideViewPr>
    <p:cSldViewPr snapToGrid="0">
      <p:cViewPr varScale="1">
        <p:scale>
          <a:sx n="73" d="100"/>
          <a:sy n="73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A476C-2B94-4769-AC6D-9DBA93E9DDD2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650B1-C255-44B5-9ACF-92B1DD2CC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JavaFX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(GUI)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Java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JavaFX mang đến nhiều tính năng nổi bật như hỗ trợ CSS để tùy chỉnh giao diện, tích hợp trình duyệt web, hiệu ứng đồ họa sống động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/>
              <a:t>MySQL Workbench là một công cụ đồ họa để 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 lý, thiết kế và phát triển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các cơ sở dữ liệu MySQL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6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D748-7CDA-C2FF-F42A-04BB0503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12534-EBA6-BCE6-E509-E8C6E1C47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725F5-A040-D389-0DCF-A6EE169F6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68C19-D01F-1A3A-AF2B-CF575398F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96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BDA36-70EA-EE38-0054-A2C67E44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0106D-5532-74E6-E46E-361923463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B60-1ED6-CA3F-70FC-BDF1E50F4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Scene Builder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JavaFX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JavaFX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A67B1-854D-FF64-31E4-0789A2068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313A-06F5-6FE6-BB05-B7875FB0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F4056-11EE-06E2-D9EC-D3013DE05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C2EE0-4579-F395-1774-076A1DE0F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6DA01-189E-E79D-2E60-312A84B9E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16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08EA-BF02-9D3A-A9A8-266375B9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31678-91AB-1B38-7E90-292ED4048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8FB9A-372F-FF8F-D8AB-98A7EA05C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7254B-15FA-904C-BF66-9179BF644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16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81B5-26BF-3D6A-D7B3-6C4FBB41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F1FF1-1EF1-D6A4-1B8E-3E1D863E1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7201E-73B0-D867-F788-75D1ECA22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D15EC-4B2C-1EEF-34A7-33070C57C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75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FDBE-EB32-DE94-EF04-FD1F02E9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1D3A4-150C-31EF-6DDA-4B07E55B4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B2B06-F072-CC51-D31A-3471BB98B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7911D-94B5-26AF-58FA-A709A9CB4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65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40A3-556E-C814-7D87-75263C4E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48EA3-EFB6-B33B-DDB7-4638EE6A1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A728D-E1E5-16F1-45D3-2A88B1C5A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7C64D-7EFB-56D5-8552-819F3A56D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1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809C-0A67-C1B6-FFC0-2584CD55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6FD4E-4354-4E75-F164-F262FC0D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A8B01-729A-C26A-61F5-EAB6002F5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ED1A0-F1F8-69CF-C05B-64159B938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5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52BA-39B9-844E-2E4F-6A75BD09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73E08-D9B5-5774-E24A-401D6B04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B6C5B-7452-C129-83A7-6975D61C7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12C3-8490-9595-3C01-CA40687E7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79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BD08-E78F-4CF1-DCC0-129D71734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E3C55-8C1F-D89E-FAE6-71609D5E1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6F129-9256-5AFA-D134-7DC744A11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36D6F-0DBC-0DBF-9E14-ED9D5D70D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650B1-C255-44B5-9ACF-92B1DD2CC7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6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ADD2-2A19-7907-12EF-12B41487B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BC6BD-DA6B-92D4-A6AE-37B485920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FDEB-3D94-3C31-C496-489AFE3C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71E81-EBAB-FD58-6CA8-5770BB6E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9EC0D-CF23-7740-E3BB-F95AFA7F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7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DFA2-7EAD-0935-81EC-8A9017BD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6345F-0181-EEFB-0145-5414F7859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DF2BE-9095-EDE7-AB39-5376E4C0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B1977-0B24-89DF-87FF-4F5FF543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8E83-C03F-16F0-BCDB-5EB97061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3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CD19-8DB5-0E42-D773-A73161FD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C0831-8B1F-7FDB-69C5-4EBBD29DD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4268-69D1-3C71-C9E2-65CF293B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BEC18-16F5-6B90-2D6F-CCC76DAA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30D74-7617-3DC2-A39D-FEFBFF51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2D10-F114-84F2-EAE2-6DA1F557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78E8-C27C-CE25-D237-1EC7AEE3B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8430B-F22D-28E5-1C45-250927A96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2CAA5-78AC-82EE-8A47-246F4E2F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5118C-E557-2C2B-2497-2FCF6B02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0E83F-08F8-CD52-4097-FF209D46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8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DAAE-6FB1-4D40-6CF0-36B44E1D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9677-557C-A1EB-75A2-06776986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ACB45-3236-5C92-3BA7-F7BBFD8C9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3FC02-0174-C54D-21C3-FA00D34C0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5250F-4E4E-0FF0-34FE-57E082648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26F0D-2EDF-4EC8-FFC8-A01F2808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9E195-34A2-7DDE-1611-5792D958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4EC10-22FF-EB69-322C-82F868EF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3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9A42-021E-FA66-DB25-9A32C407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43DBF-F3B6-A9A9-A542-1BECEA2B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920BA-736B-389A-B03B-26C32DEC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09D5B-F5D2-6F86-2950-0351133E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0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A6B2B-AC85-C2B8-CFE3-D0D53C44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0D45B-D364-7DDF-1C73-389BEFC6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5BC7-C798-283E-77DE-C91478CC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5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58BC-4359-6393-1D9D-63FDD270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DFDB5-054B-BF3E-406A-B6962FFB5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121D7-CA56-2DF7-0E7D-7CE8E9CFC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C4E12-37CC-0413-D656-46BDDD1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13671-38D1-81B3-6AE2-4D7B580D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EF57F-A73A-F0F0-29EE-251EDC99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47A8-F9AC-8CD5-01A1-62258666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6DD4F-636D-D62F-49E5-50FED3C2C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4A6E1-8D31-F188-F774-2E8342B6B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8312A-5749-C438-5412-FB48F2B5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0E35D-9CD5-3951-FEA7-1E0C762A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46A90-D4A2-3C08-3BF9-70FAA934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1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370A-C50C-88CE-95F3-042CC51C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2E01E-43D5-06D9-1876-912C7B836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7549-7500-B6EE-1241-F58C836A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401CC-1413-CC33-4086-29B02337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80D3C-EA95-F44A-2BE4-156DEC37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7477D-6B97-CE7D-290C-1535E8F35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62BCA-7231-28C7-43C3-0B39402B6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3E57B-0355-66AF-9B51-D6624D6D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6B9F-8BFD-84C0-62A1-F55FD59F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0A11-E632-551E-F242-EF581A7C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6D853-EC48-F3CA-CACC-0BC0EB78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8ECF-4CBB-B569-AC54-273D826E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162A-1A87-00CD-CFA4-9FAD907C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BAECA-1DFF-4A5A-A62A-752FF3A416B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3E158-DE9C-1C57-D0C6-F722199B1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E2933-5507-7B8B-B1E8-1375E3124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75676-C7C7-4B33-B412-006D6D5F5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2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57107-EEB6-7412-FC2E-25E9051A562B}"/>
              </a:ext>
            </a:extLst>
          </p:cNvPr>
          <p:cNvSpPr/>
          <p:nvPr/>
        </p:nvSpPr>
        <p:spPr>
          <a:xfrm>
            <a:off x="-6" y="-20041"/>
            <a:ext cx="12192000" cy="10619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874E996B-A886-FEAD-02AA-A1AE32BA7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955" y="1450585"/>
            <a:ext cx="2314089" cy="1785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29757-F6C2-3754-E635-45353C4FEBBA}"/>
              </a:ext>
            </a:extLst>
          </p:cNvPr>
          <p:cNvSpPr txBox="1"/>
          <p:nvPr/>
        </p:nvSpPr>
        <p:spPr>
          <a:xfrm>
            <a:off x="2428234" y="71120"/>
            <a:ext cx="73355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CA951-7602-7F30-4713-413C267BBA13}"/>
              </a:ext>
            </a:extLst>
          </p:cNvPr>
          <p:cNvSpPr txBox="1"/>
          <p:nvPr/>
        </p:nvSpPr>
        <p:spPr>
          <a:xfrm>
            <a:off x="670551" y="3870317"/>
            <a:ext cx="108508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BÀI TẬP LỚN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ĐẶT VÉ MÁY BAY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FC1978-8D20-71C4-4256-366A800407E3}"/>
              </a:ext>
            </a:extLst>
          </p:cNvPr>
          <p:cNvCxnSpPr>
            <a:cxnSpLocks/>
          </p:cNvCxnSpPr>
          <p:nvPr/>
        </p:nvCxnSpPr>
        <p:spPr>
          <a:xfrm>
            <a:off x="4680588" y="890846"/>
            <a:ext cx="28308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1AC5DD-981E-4612-6BC8-512ADDA6EBA1}"/>
              </a:ext>
            </a:extLst>
          </p:cNvPr>
          <p:cNvSpPr/>
          <p:nvPr/>
        </p:nvSpPr>
        <p:spPr>
          <a:xfrm>
            <a:off x="0" y="5967154"/>
            <a:ext cx="12192000" cy="8197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E5C9F-DEA2-CEF1-6911-71F15412A777}"/>
              </a:ext>
            </a:extLst>
          </p:cNvPr>
          <p:cNvSpPr txBox="1"/>
          <p:nvPr/>
        </p:nvSpPr>
        <p:spPr>
          <a:xfrm>
            <a:off x="3974181" y="6115407"/>
            <a:ext cx="4243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CAST </a:t>
            </a:r>
          </a:p>
        </p:txBody>
      </p:sp>
    </p:spTree>
    <p:extLst>
      <p:ext uri="{BB962C8B-B14F-4D97-AF65-F5344CB8AC3E}">
        <p14:creationId xmlns:p14="http://schemas.microsoft.com/office/powerpoint/2010/main" val="23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A95FA4-616B-733B-C112-A8DBFFF9A8AD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95464-4FF9-5AE9-2BE2-90BCDB40B3B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1B843-80B9-FAF3-3AEB-488828903D55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6D75A1A8-8DA0-40BC-3614-EC0CD87A4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BDBF07-3BEB-9799-C39A-60200ED6DDFB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40649-B9E1-886B-CACB-60A76B4F78BD}"/>
              </a:ext>
            </a:extLst>
          </p:cNvPr>
          <p:cNvSpPr txBox="1"/>
          <p:nvPr/>
        </p:nvSpPr>
        <p:spPr>
          <a:xfrm>
            <a:off x="1981200" y="6026388"/>
            <a:ext cx="6217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A552E-D7C4-C8F2-5800-277AF76E24BD}"/>
              </a:ext>
            </a:extLst>
          </p:cNvPr>
          <p:cNvSpPr txBox="1"/>
          <p:nvPr/>
        </p:nvSpPr>
        <p:spPr>
          <a:xfrm>
            <a:off x="1797050" y="2524520"/>
            <a:ext cx="32061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Trương Minh Sơn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Anh Trường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Tiến Anh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Vũ Văn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E7B04-4272-655B-BD2D-105F921B7F43}"/>
              </a:ext>
            </a:extLst>
          </p:cNvPr>
          <p:cNvSpPr txBox="1"/>
          <p:nvPr/>
        </p:nvSpPr>
        <p:spPr>
          <a:xfrm>
            <a:off x="6433738" y="2478353"/>
            <a:ext cx="29052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B23DCCN726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B23DCCN867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B23DCCN037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B23DCCN096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A9552-AA52-27A1-D8D3-A22F1C2CD59F}"/>
              </a:ext>
            </a:extLst>
          </p:cNvPr>
          <p:cNvSpPr txBox="1"/>
          <p:nvPr/>
        </p:nvSpPr>
        <p:spPr>
          <a:xfrm>
            <a:off x="1817370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1C29C-75D4-F715-8480-9991C22F32C6}"/>
              </a:ext>
            </a:extLst>
          </p:cNvPr>
          <p:cNvSpPr txBox="1"/>
          <p:nvPr/>
        </p:nvSpPr>
        <p:spPr>
          <a:xfrm>
            <a:off x="6433738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2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0281-A345-F0D6-9A0C-B23028EC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8651AB-0335-532B-E204-766E1BF43EE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A9272-194D-C0CF-F5F4-785755C2CE4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B377-5FE9-D2FE-C255-6559CA952BBC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C98AAF9E-4BC2-0E07-CA17-572871B66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5F39DF-5DE4-DBA8-B828-E960C00DBB4A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7091E-336D-9555-EF77-DD08230545D9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F9875-4252-3156-D9DF-7B30379A0D55}"/>
              </a:ext>
            </a:extLst>
          </p:cNvPr>
          <p:cNvSpPr txBox="1"/>
          <p:nvPr/>
        </p:nvSpPr>
        <p:spPr>
          <a:xfrm>
            <a:off x="1285304" y="1932118"/>
            <a:ext cx="78078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8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1DAC-6D0E-732E-0FA2-5E26BA1F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F91AF7-418A-A74A-C030-B0F3EE67E948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FE255-E8F0-6121-6CF2-220772F33776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2449C-E050-34E1-A41D-1528A44F3E60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16A36795-FC15-D9FC-86E0-5E9536C97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59F282-3B78-5B92-9276-0FAEBCB71EBA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34F70-5E6D-495D-AAFC-067F45B3388E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31924-8120-839D-D3D7-3C91B4054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172" y="1037838"/>
            <a:ext cx="6232571" cy="3968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D24FD0-36A3-DD69-4EC8-0B6EA97FEBB3}"/>
              </a:ext>
            </a:extLst>
          </p:cNvPr>
          <p:cNvSpPr txBox="1"/>
          <p:nvPr/>
        </p:nvSpPr>
        <p:spPr>
          <a:xfrm>
            <a:off x="261257" y="1676400"/>
            <a:ext cx="50219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bay.</a:t>
            </a:r>
          </a:p>
        </p:txBody>
      </p:sp>
    </p:spTree>
    <p:extLst>
      <p:ext uri="{BB962C8B-B14F-4D97-AF65-F5344CB8AC3E}">
        <p14:creationId xmlns:p14="http://schemas.microsoft.com/office/powerpoint/2010/main" val="413817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7021-4CA4-CAC1-6A5F-AA7C2EA5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318DC7-84AD-9D39-A40B-7AD92C04E5F2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08BE8-8683-72A1-A5EE-CC63C331545E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F6B7B-98C5-24C0-151E-19F96D608B34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954D8FF5-D934-AAD1-EFC5-184263FA0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0BE932-C264-DE71-BE95-FBBB30A07470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D069F-0191-135B-072E-4DDAADA1D4E6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47148A-5DDF-128F-D652-19057FC45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1" y="1479453"/>
            <a:ext cx="3361690" cy="2590277"/>
          </a:xfrm>
          <a:prstGeom prst="rect">
            <a:avLst/>
          </a:prstGeom>
        </p:spPr>
      </p:pic>
      <p:pic>
        <p:nvPicPr>
          <p:cNvPr id="1038" name="Picture 14" descr="MariaDB] Các thao tác cơ bản với MySQL WorkBench - Trang tin tức từ  Cloud365 - Nhân Hòa">
            <a:extLst>
              <a:ext uri="{FF2B5EF4-FFF2-40B4-BE49-F238E27FC236}">
                <a16:creationId xmlns:a16="http://schemas.microsoft.com/office/drawing/2014/main" id="{5FCF0DC7-E9A9-9D3E-495E-D9FC2EEC8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518" y="1503299"/>
            <a:ext cx="3329482" cy="248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96640D-606C-AFE4-AFB3-A0466BC2850F}"/>
              </a:ext>
            </a:extLst>
          </p:cNvPr>
          <p:cNvSpPr txBox="1"/>
          <p:nvPr/>
        </p:nvSpPr>
        <p:spPr>
          <a:xfrm>
            <a:off x="1481236" y="4301493"/>
            <a:ext cx="168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CE413-48DC-D5D1-17E0-9F37A2E2CAA8}"/>
              </a:ext>
            </a:extLst>
          </p:cNvPr>
          <p:cNvSpPr txBox="1"/>
          <p:nvPr/>
        </p:nvSpPr>
        <p:spPr>
          <a:xfrm>
            <a:off x="9028016" y="4309769"/>
            <a:ext cx="284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</a:p>
        </p:txBody>
      </p:sp>
      <p:pic>
        <p:nvPicPr>
          <p:cNvPr id="1026" name="Picture 2" descr="Scene Builder - Gluon">
            <a:extLst>
              <a:ext uri="{FF2B5EF4-FFF2-40B4-BE49-F238E27FC236}">
                <a16:creationId xmlns:a16="http://schemas.microsoft.com/office/drawing/2014/main" id="{0F10CC68-3AF7-94FB-7715-94492CC00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964" y="1311671"/>
            <a:ext cx="2671750" cy="26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F9D6E7-31C3-9780-3F3B-730AC34013F4}"/>
              </a:ext>
            </a:extLst>
          </p:cNvPr>
          <p:cNvSpPr txBox="1"/>
          <p:nvPr/>
        </p:nvSpPr>
        <p:spPr>
          <a:xfrm>
            <a:off x="5312576" y="4301492"/>
            <a:ext cx="2153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 Builder</a:t>
            </a:r>
          </a:p>
        </p:txBody>
      </p:sp>
    </p:spTree>
    <p:extLst>
      <p:ext uri="{BB962C8B-B14F-4D97-AF65-F5344CB8AC3E}">
        <p14:creationId xmlns:p14="http://schemas.microsoft.com/office/powerpoint/2010/main" val="62405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B2E84-F0B8-24DD-F917-6E8403C2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0C8DD4-66D3-AAEB-EC68-BB63F9CB22E4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A5385-4340-B672-B606-35EE3DDBD3F1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B49FC-1958-A4F1-92F6-72CE2E85443B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8E0D26FE-76A5-5CC9-FC74-3299E2032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7009BA-5516-FD96-B71A-41339AFC1F7A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1EB11-17D0-199B-47F0-42D4CDBCC080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7CC70-E144-592D-F53A-C38434876C29}"/>
              </a:ext>
            </a:extLst>
          </p:cNvPr>
          <p:cNvSpPr txBox="1"/>
          <p:nvPr/>
        </p:nvSpPr>
        <p:spPr>
          <a:xfrm>
            <a:off x="1292773" y="1303283"/>
            <a:ext cx="4529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CA56AC-70B5-1F4D-3F02-B14008AC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271" y="1505289"/>
            <a:ext cx="4675367" cy="321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5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6BFB-5D14-0C50-8D47-EEF739E6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2C9C8B-3A53-B28F-1282-9C33F47AE16B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81EDE-F989-DF81-320A-283C58FF88F7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F645A-A8B4-D8DA-2470-C2229E38E422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E0EB641B-8C0B-3F2B-1F3F-3F443921E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AE18C2-0C5C-A55E-D936-751269C48FF0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71E26-81C2-C78D-BA10-B58295645C9F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F809E6-DAE8-45AD-6F4E-CB3754A9B6EE}"/>
              </a:ext>
            </a:extLst>
          </p:cNvPr>
          <p:cNvSpPr txBox="1"/>
          <p:nvPr/>
        </p:nvSpPr>
        <p:spPr>
          <a:xfrm>
            <a:off x="441434" y="1923393"/>
            <a:ext cx="2722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7CCB42-2D5C-15ED-A426-3B926BC25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12" y="1010462"/>
            <a:ext cx="8244288" cy="436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3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42CA-973F-3AB5-C4E5-35AF8CC9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666A0A-88F7-F154-7339-07B9953BC9AA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6D858-02D3-E8FD-A014-1470BA9C36A2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EDB65-5121-BE53-F4EE-DD309D81A213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2B949EE3-76A4-F30A-7049-14009B152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B59AE7-55D3-71B0-4693-34C0053EFF1E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BDA9C-5CEA-C59F-394A-181DC1FB0331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27B037-355B-AF1E-01F6-6F86E9EB0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619" y="1486732"/>
            <a:ext cx="6899865" cy="4393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9C933F-5D6C-85E4-062B-B53C367C8C42}"/>
              </a:ext>
            </a:extLst>
          </p:cNvPr>
          <p:cNvSpPr txBox="1"/>
          <p:nvPr/>
        </p:nvSpPr>
        <p:spPr>
          <a:xfrm>
            <a:off x="1048134" y="3142888"/>
            <a:ext cx="3023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796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6943E-6E2A-E017-48ED-CFDDCBA9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6A032E-7345-6B87-9DC0-0906AC78DCD3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DF2A3-7054-E506-3F9C-F55BBA0B8A2E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C18FF-F39B-8034-1626-A197FB6966C6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83567B7F-815C-53B5-900E-E01523EE1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3BAAF5-19B3-98DE-3D0B-B0579E2E6E48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729A5-C078-F129-2A09-B5A1324B47B7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37221-AF32-60AB-2126-53B5CA40A91F}"/>
              </a:ext>
            </a:extLst>
          </p:cNvPr>
          <p:cNvSpPr txBox="1"/>
          <p:nvPr/>
        </p:nvSpPr>
        <p:spPr>
          <a:xfrm>
            <a:off x="220718" y="3142888"/>
            <a:ext cx="3851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CA4BA1-AB4B-9D50-B153-D85F746BF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167" y="1042744"/>
            <a:ext cx="8294115" cy="440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2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E39A-959F-2535-1AA4-9FAED2B1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1DB6AD-4E8C-675F-A3E3-1BAB3D2F4050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9A738-2F04-7310-55E0-ADDA6A02F393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2735E-3055-0170-1D6B-5B8012F3D7AD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17346E89-865A-792C-B9CC-C4517A22E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C63DC-51AC-8FA9-7E28-40B66C702A4E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DA028-D4C2-EF9B-81DC-A1DB2F339BE1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F1ACC-77D4-2943-4710-72F6F648C4E7}"/>
              </a:ext>
            </a:extLst>
          </p:cNvPr>
          <p:cNvSpPr txBox="1"/>
          <p:nvPr/>
        </p:nvSpPr>
        <p:spPr>
          <a:xfrm>
            <a:off x="220718" y="3142888"/>
            <a:ext cx="3851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F5BC47-BF12-0FBB-D1FB-B9865C0E8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326" y="916619"/>
            <a:ext cx="7375646" cy="469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4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F2B7-A5E9-3C57-BD3F-A3E7BFB2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64ABDE-9AA3-C063-7E39-519336F36FDC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C3AEE2-94A2-C0B9-72DF-B2602B1D15D5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C46E2-B741-CE09-B98B-1754F5946592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317D2DF1-BAF9-692B-69D5-276A66369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DB0EC-2A25-0A50-0198-1D9323D618C3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643BA-529C-656F-7757-E3722CFB4781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60096-B55B-07C0-497F-338E672F9F78}"/>
              </a:ext>
            </a:extLst>
          </p:cNvPr>
          <p:cNvSpPr txBox="1"/>
          <p:nvPr/>
        </p:nvSpPr>
        <p:spPr>
          <a:xfrm>
            <a:off x="1721485" y="2068344"/>
            <a:ext cx="4374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03C18D-55D4-7AD8-5327-3B57C802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864" y="916619"/>
            <a:ext cx="3387177" cy="494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0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FBD7-F828-60A6-D118-299093A2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4C4828-8F2A-418A-2228-1A12AC1C4ADF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A2DDD-C7C7-51AA-A3F8-E10D6E20AC3D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341DE-CA50-6F64-C735-0A12E3DC55CB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4F82F94D-E021-A3F0-8B32-725FB31FB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EE1470-F964-B7B8-0C04-0BFCB36D53A1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5B046-7F9A-0CA5-2E43-0966E1CAA9C4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7CB3C-AE5C-0F7A-197A-0AF979655F0B}"/>
              </a:ext>
            </a:extLst>
          </p:cNvPr>
          <p:cNvSpPr txBox="1"/>
          <p:nvPr/>
        </p:nvSpPr>
        <p:spPr>
          <a:xfrm>
            <a:off x="1373187" y="2860426"/>
            <a:ext cx="4374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CAF633-3092-6E51-699A-FF352FE72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910" y="862835"/>
            <a:ext cx="6161055" cy="487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86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83B0-04A7-09DF-D780-8BACA171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9690BC-CCB8-7D99-118A-F29933B29691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9C39B-1C72-2550-0B67-39A909B9EFB2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B6B07-2609-820F-264F-FEA02444E30C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22405A4C-BF58-DB06-70BB-CD9F389E0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82E364-8681-BEB5-C1C2-94D1BE26C22D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60277-1C56-3C98-CA1E-4247CDCDCAE3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8F85B-1199-A1A5-8052-A5124EB212D5}"/>
              </a:ext>
            </a:extLst>
          </p:cNvPr>
          <p:cNvSpPr txBox="1"/>
          <p:nvPr/>
        </p:nvSpPr>
        <p:spPr>
          <a:xfrm>
            <a:off x="242143" y="2444419"/>
            <a:ext cx="3578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00D95E-B8D4-4F17-EFE7-A8958D1D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016" y="1250781"/>
            <a:ext cx="8056527" cy="42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8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243A-BBB0-4D3F-BCB4-C1626959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57134-9BE9-7528-E2EB-B89682B1C833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38E6A-B8E2-B0C4-6CE7-41E3A758413D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8FFDC-AF31-2895-C2FA-E6DD57A26EA0}"/>
              </a:ext>
            </a:extLst>
          </p:cNvPr>
          <p:cNvSpPr txBox="1"/>
          <p:nvPr/>
        </p:nvSpPr>
        <p:spPr>
          <a:xfrm>
            <a:off x="1127760" y="71120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C5CE9021-64BD-26D4-E8C0-089A2D8E1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C98446-CE7C-551C-21A6-F78B4228D74C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1D5D5-1539-7FD2-B073-14E3C2F43F58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B93F0-636A-A50F-3EAD-9410A61C450B}"/>
              </a:ext>
            </a:extLst>
          </p:cNvPr>
          <p:cNvSpPr txBox="1"/>
          <p:nvPr/>
        </p:nvSpPr>
        <p:spPr>
          <a:xfrm>
            <a:off x="620515" y="916619"/>
            <a:ext cx="113507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JavaFX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Scene Builder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Hoàn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Boot).</a:t>
            </a:r>
          </a:p>
        </p:txBody>
      </p:sp>
    </p:spTree>
    <p:extLst>
      <p:ext uri="{BB962C8B-B14F-4D97-AF65-F5344CB8AC3E}">
        <p14:creationId xmlns:p14="http://schemas.microsoft.com/office/powerpoint/2010/main" val="206310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3FEB-B156-15F9-62B0-FBB38E94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297191-955A-DE47-9FAD-D3682771C82D}"/>
              </a:ext>
            </a:extLst>
          </p:cNvPr>
          <p:cNvSpPr/>
          <p:nvPr/>
        </p:nvSpPr>
        <p:spPr>
          <a:xfrm>
            <a:off x="0" y="0"/>
            <a:ext cx="12192000" cy="5327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81AAA-AE5A-16B1-377D-67B60602E379}"/>
              </a:ext>
            </a:extLst>
          </p:cNvPr>
          <p:cNvSpPr/>
          <p:nvPr/>
        </p:nvSpPr>
        <p:spPr>
          <a:xfrm>
            <a:off x="0" y="6124882"/>
            <a:ext cx="12192000" cy="661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0E8A1DA0-5E1C-9676-860C-11D993F32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5" y="5741048"/>
            <a:ext cx="1187450" cy="86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53018B-41CB-B9C9-08D5-A8C4F925A57B}"/>
              </a:ext>
            </a:extLst>
          </p:cNvPr>
          <p:cNvSpPr txBox="1"/>
          <p:nvPr/>
        </p:nvSpPr>
        <p:spPr>
          <a:xfrm>
            <a:off x="1981200" y="569539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6CF5B-2017-21F7-739F-765D652786B2}"/>
              </a:ext>
            </a:extLst>
          </p:cNvPr>
          <p:cNvSpPr txBox="1"/>
          <p:nvPr/>
        </p:nvSpPr>
        <p:spPr>
          <a:xfrm>
            <a:off x="1981200" y="6124883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ED7C3-02B1-8B1F-E07C-C04D44197FBC}"/>
              </a:ext>
            </a:extLst>
          </p:cNvPr>
          <p:cNvSpPr txBox="1"/>
          <p:nvPr/>
        </p:nvSpPr>
        <p:spPr>
          <a:xfrm>
            <a:off x="2827485" y="2961761"/>
            <a:ext cx="6537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22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685</Words>
  <Application>Microsoft Office PowerPoint</Application>
  <PresentationFormat>Widescreen</PresentationFormat>
  <Paragraphs>113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Trương Sơn</dc:creator>
  <cp:lastModifiedBy>Trương Sơn</cp:lastModifiedBy>
  <cp:revision>24</cp:revision>
  <dcterms:created xsi:type="dcterms:W3CDTF">2025-11-02T08:41:30Z</dcterms:created>
  <dcterms:modified xsi:type="dcterms:W3CDTF">2025-11-02T14:09:46Z</dcterms:modified>
</cp:coreProperties>
</file>